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94660"/>
  </p:normalViewPr>
  <p:slideViewPr>
    <p:cSldViewPr snapToGrid="0">
      <p:cViewPr varScale="1">
        <p:scale>
          <a:sx n="75" d="100"/>
          <a:sy n="75" d="100"/>
        </p:scale>
        <p:origin x="58" y="39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EEFE74-FE1A-CAB0-C920-1DB5E231C23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6E77BBE-E7AC-506B-6AB1-374918AAF44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C35B11-3AA7-901D-0D97-ED48DF2CB4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DBEC41-89E4-4973-BE67-4FD188464302}" type="datetimeFigureOut">
              <a:rPr lang="en-US" smtClean="0"/>
              <a:t>9/23/2025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F32990-1166-E8F5-EFF9-FC421C051E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C2FB6C-5FFD-09C8-AACB-2B7387C04C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28A1E3-8E02-43CC-9A36-13A969A71A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87285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10B5D3-F677-4C67-6DF4-875DE2F99E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991915-376E-2D0E-F841-0715AEAD3C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6269CFD-368C-F4B9-BB3F-0236527FCD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DBEC41-89E4-4973-BE67-4FD188464302}" type="datetimeFigureOut">
              <a:rPr lang="en-US" smtClean="0"/>
              <a:t>9/23/2025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0F6602-98E1-6E9F-3A5C-3A4ADEFFA4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571884D-9D16-0B8C-4B8C-0E82F65B36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28A1E3-8E02-43CC-9A36-13A969A71A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15265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CA2D99-1C96-FD34-A327-08EDBCD504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E1C71B2-AF8D-B74B-8FBE-34FA30A760F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7E982B-9956-5853-AD0C-BDF94FF6BD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DBEC41-89E4-4973-BE67-4FD188464302}" type="datetimeFigureOut">
              <a:rPr lang="en-US" smtClean="0"/>
              <a:t>9/23/2025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93C408-2653-2AFA-955E-1F4E5B5ADD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DBC22C-5350-37C2-3373-4DDECFA66D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28A1E3-8E02-43CC-9A36-13A969A71A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88665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10BFDA-634F-729F-ABCA-168B1CEA85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865D32-7A8A-B94D-2B62-4B493DF245C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A621C4F-302B-B29D-D20B-2594AA5183D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60D607B-B366-D84C-F62A-817946AA29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DBEC41-89E4-4973-BE67-4FD188464302}" type="datetimeFigureOut">
              <a:rPr lang="en-US" smtClean="0"/>
              <a:t>9/23/2025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F203FC5-2032-9446-5451-E7AD9B1B32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8924DE9-A409-4EC3-68A9-6C3979AED4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28A1E3-8E02-43CC-9A36-13A969A71A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18152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8F5E5E-4677-6778-60E4-A8E74F13F3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D4E3815-C806-F261-7CC5-794642F86AC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8B5B6C9-D423-D3A6-55BE-5852D1AEC01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7C91A8E-0512-67CB-957C-4D39339E9FA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641C24E-3020-053B-78B5-D1DE7277135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8C9920D-6DFA-4EB5-981B-4A2E65F6AE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DBEC41-89E4-4973-BE67-4FD188464302}" type="datetimeFigureOut">
              <a:rPr lang="en-US" smtClean="0"/>
              <a:t>9/23/2025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2AD9D1C-E3BA-C1E7-8957-4778419F61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D8C9323-D45A-5B56-F4A8-C3C7073707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28A1E3-8E02-43CC-9A36-13A969A71A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85286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FF7756-0C2B-4D50-95DE-A3DD5A722E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6BC7EFA-FC39-2473-6B6C-69E49E489F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DBEC41-89E4-4973-BE67-4FD188464302}" type="datetimeFigureOut">
              <a:rPr lang="en-US" smtClean="0"/>
              <a:t>9/23/2025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DC08B69-6948-A1AF-9948-44C9ED469B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EF903E0-7E4F-FFEE-836E-758B8C01CD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28A1E3-8E02-43CC-9A36-13A969A71A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10565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2CDE269-A801-1C03-2878-72755CB56B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DBEC41-89E4-4973-BE67-4FD188464302}" type="datetimeFigureOut">
              <a:rPr lang="en-US" smtClean="0"/>
              <a:t>9/23/2025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4F4786D-C39C-6CFC-496C-86D0A8011D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4B09DDE-65B6-8396-6F3D-3F601C51B0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28A1E3-8E02-43CC-9A36-13A969A71A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73797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2E652B-B087-CF40-A035-5A928B720E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407DF7-095B-F767-6C79-398B101DEA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878F582-A995-CCD6-3182-8CBA162BB8A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103E40D-E563-E9F8-485F-5AAD8C8ED4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DBEC41-89E4-4973-BE67-4FD188464302}" type="datetimeFigureOut">
              <a:rPr lang="en-US" smtClean="0"/>
              <a:t>9/23/2025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29BA84A-2825-43C0-6AF6-06EB5656B8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9731D04-01AA-7319-8E62-F72CC7DFC4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28A1E3-8E02-43CC-9A36-13A969A71A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49728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313081-0A83-908A-2AB1-3AB2DED1DD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9B23373-474E-B4A4-CD06-13973CC3D59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8F5254B-65CA-29B0-F282-0127F7FF6F4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4759703-4257-2B39-3D16-EBD46D03A6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DBEC41-89E4-4973-BE67-4FD188464302}" type="datetimeFigureOut">
              <a:rPr lang="en-US" smtClean="0"/>
              <a:t>9/23/2025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8E96020-E3B7-5286-98F7-92DD5766D1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22DDDD2-DE4A-BA5A-2EDF-0C3FF6EC98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28A1E3-8E02-43CC-9A36-13A969A71A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93160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D18A08-2919-A062-E842-D9B4AF949B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73EE568-F139-872C-F230-96F37A16738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B1B0776-A4DB-0842-E02D-EA7AEB375F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DBEC41-89E4-4973-BE67-4FD188464302}" type="datetimeFigureOut">
              <a:rPr lang="en-US" smtClean="0"/>
              <a:t>9/23/2025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999762E-39B1-221F-651E-A8CD0E8117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4B117D7-00F7-84E3-05B7-9C3358708A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28A1E3-8E02-43CC-9A36-13A969A71A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63422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A18815D-AF0F-66B8-E6DC-048EB873C57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AE22C09-27DB-E630-DFD2-B3C7E9B2171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D9B6FB-E892-A51B-C01B-517DD8EF6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DBEC41-89E4-4973-BE67-4FD188464302}" type="datetimeFigureOut">
              <a:rPr lang="en-US" smtClean="0"/>
              <a:t>9/23/2025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9507F69-1C9B-15B7-355F-5DFB231E5C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75C02F-B6C0-D712-7555-2421DE3A8D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28A1E3-8E02-43CC-9A36-13A969A71A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08435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FF03181-8976-BA28-7AB3-8AC4D56475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30F04D6-8654-AE34-21E6-9A0863491BA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792CAE9-0A7D-4F9E-2239-45BD411FC67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DDBEC41-89E4-4973-BE67-4FD188464302}" type="datetimeFigureOut">
              <a:rPr lang="en-US" smtClean="0"/>
              <a:t>9/23/2025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03260F-D32E-61D0-0A56-644D26B70B6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7E9299-304C-336A-1014-5F1EE1C4A30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528A1E3-8E02-43CC-9A36-13A969A71A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7276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438B0E-676E-01C7-231A-CBE6A716594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84F3EAE-D578-7CEB-EB9D-38FF7FB250C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492E5B99-FAF7-DB06-D9A8-4977F6EA56E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83722" y="1108509"/>
            <a:ext cx="8024555" cy="46409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7240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8262B3-68EF-2099-EEEB-E91F6A49AA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0E71BA11-53A9-EC19-D123-99A5ED8EF18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64482" y="365124"/>
            <a:ext cx="9929249" cy="5944235"/>
          </a:xfrm>
        </p:spPr>
      </p:pic>
    </p:spTree>
    <p:extLst>
      <p:ext uri="{BB962C8B-B14F-4D97-AF65-F5344CB8AC3E}">
        <p14:creationId xmlns:p14="http://schemas.microsoft.com/office/powerpoint/2010/main" val="38870419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57FC44-15BA-3119-34F7-F9C07DC50A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 descr="A white robot with blue and white text&#10;&#10;AI-generated content may be incorrect.">
            <a:extLst>
              <a:ext uri="{FF2B5EF4-FFF2-40B4-BE49-F238E27FC236}">
                <a16:creationId xmlns:a16="http://schemas.microsoft.com/office/drawing/2014/main" id="{6DA30189-20B8-E617-F84F-F0A2366825E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365125"/>
            <a:ext cx="10591800" cy="6245928"/>
          </a:xfrm>
        </p:spPr>
      </p:pic>
    </p:spTree>
    <p:extLst>
      <p:ext uri="{BB962C8B-B14F-4D97-AF65-F5344CB8AC3E}">
        <p14:creationId xmlns:p14="http://schemas.microsoft.com/office/powerpoint/2010/main" val="22435697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DE39D4-93D1-D2D5-51B3-5244FC9669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E0F073EE-0396-2D4E-02D2-CFE1DE62DE9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7274" y="145862"/>
            <a:ext cx="11168006" cy="6566275"/>
          </a:xfrm>
        </p:spPr>
      </p:pic>
    </p:spTree>
    <p:extLst>
      <p:ext uri="{BB962C8B-B14F-4D97-AF65-F5344CB8AC3E}">
        <p14:creationId xmlns:p14="http://schemas.microsoft.com/office/powerpoint/2010/main" val="29441813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ACCDB9-8FAF-3A93-238A-D6C976D770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88580519-B007-2BBD-54CE-A1E6C724FD0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0008" y="281305"/>
            <a:ext cx="10933791" cy="6351016"/>
          </a:xfrm>
        </p:spPr>
      </p:pic>
    </p:spTree>
    <p:extLst>
      <p:ext uri="{BB962C8B-B14F-4D97-AF65-F5344CB8AC3E}">
        <p14:creationId xmlns:p14="http://schemas.microsoft.com/office/powerpoint/2010/main" val="32040730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AE0BF3-A1F8-EDF7-454A-24590C2275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19ED7467-E705-8AA5-CD2E-0A6C7F3FBBE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0332" y="260985"/>
            <a:ext cx="11193028" cy="6645528"/>
          </a:xfrm>
        </p:spPr>
      </p:pic>
    </p:spTree>
    <p:extLst>
      <p:ext uri="{BB962C8B-B14F-4D97-AF65-F5344CB8AC3E}">
        <p14:creationId xmlns:p14="http://schemas.microsoft.com/office/powerpoint/2010/main" val="203501463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10FC5B-6BF7-20BF-4598-62D6864E3A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7FA10B17-3508-058E-FDC3-161A7E88A9D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6794" y="169545"/>
            <a:ext cx="11249126" cy="6820252"/>
          </a:xfrm>
        </p:spPr>
      </p:pic>
    </p:spTree>
    <p:extLst>
      <p:ext uri="{BB962C8B-B14F-4D97-AF65-F5344CB8AC3E}">
        <p14:creationId xmlns:p14="http://schemas.microsoft.com/office/powerpoint/2010/main" val="127931610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E09ACF-FA3B-7540-1366-075C0D6331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 descr="A close-up of a computer screen&#10;&#10;AI-generated content may be incorrect.">
            <a:extLst>
              <a:ext uri="{FF2B5EF4-FFF2-40B4-BE49-F238E27FC236}">
                <a16:creationId xmlns:a16="http://schemas.microsoft.com/office/drawing/2014/main" id="{3B2C51D7-8A28-9254-0430-31E4343584E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9576" y="220344"/>
            <a:ext cx="11293464" cy="6633697"/>
          </a:xfrm>
        </p:spPr>
      </p:pic>
    </p:spTree>
    <p:extLst>
      <p:ext uri="{BB962C8B-B14F-4D97-AF65-F5344CB8AC3E}">
        <p14:creationId xmlns:p14="http://schemas.microsoft.com/office/powerpoint/2010/main" val="402795633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36A275-A66C-9885-6A24-29C7B68B9D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306F1CD7-76EA-87A7-0297-5A282AF9631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8249" y="220345"/>
            <a:ext cx="11162231" cy="6720998"/>
          </a:xfrm>
        </p:spPr>
      </p:pic>
    </p:spTree>
    <p:extLst>
      <p:ext uri="{BB962C8B-B14F-4D97-AF65-F5344CB8AC3E}">
        <p14:creationId xmlns:p14="http://schemas.microsoft.com/office/powerpoint/2010/main" val="256999093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D5C965-9ECB-28CA-842E-D8700F7F1D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6D3008B1-1C7C-34C8-0FDB-CFCD3208DD5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1262" y="189864"/>
            <a:ext cx="11301778" cy="6660169"/>
          </a:xfrm>
        </p:spPr>
      </p:pic>
    </p:spTree>
    <p:extLst>
      <p:ext uri="{BB962C8B-B14F-4D97-AF65-F5344CB8AC3E}">
        <p14:creationId xmlns:p14="http://schemas.microsoft.com/office/powerpoint/2010/main" val="368203099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63C094-4D39-858E-EF32-30CB2C0872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DC433986-A767-E75E-5E80-616203EACEF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9298" y="230504"/>
            <a:ext cx="11432781" cy="6833387"/>
          </a:xfrm>
        </p:spPr>
      </p:pic>
    </p:spTree>
    <p:extLst>
      <p:ext uri="{BB962C8B-B14F-4D97-AF65-F5344CB8AC3E}">
        <p14:creationId xmlns:p14="http://schemas.microsoft.com/office/powerpoint/2010/main" val="73110067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E98A13-21FE-25C7-73F1-EA2D3FFCC8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A0403F1C-8E98-B91C-D421-BBE7B930EF6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3952" y="220344"/>
            <a:ext cx="11126847" cy="6746789"/>
          </a:xfrm>
        </p:spPr>
      </p:pic>
    </p:spTree>
    <p:extLst>
      <p:ext uri="{BB962C8B-B14F-4D97-AF65-F5344CB8AC3E}">
        <p14:creationId xmlns:p14="http://schemas.microsoft.com/office/powerpoint/2010/main" val="216134219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70D5CE-5211-E9FF-9349-709F708BD3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 descr="A blue and purple background with white text&#10;&#10;AI-generated content may be incorrect.">
            <a:extLst>
              <a:ext uri="{FF2B5EF4-FFF2-40B4-BE49-F238E27FC236}">
                <a16:creationId xmlns:a16="http://schemas.microsoft.com/office/drawing/2014/main" id="{64716049-86EE-8C9B-B6C9-087ACC8B479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1826" y="-70910"/>
            <a:ext cx="11275974" cy="7175621"/>
          </a:xfrm>
        </p:spPr>
      </p:pic>
    </p:spTree>
    <p:extLst>
      <p:ext uri="{BB962C8B-B14F-4D97-AF65-F5344CB8AC3E}">
        <p14:creationId xmlns:p14="http://schemas.microsoft.com/office/powerpoint/2010/main" val="349220941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A0AA80-2869-E38A-A840-3C0654026D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5" name="Content Placeholder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11F10D72-FDA9-4D19-356A-C1FEA569E91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4494" y="0"/>
            <a:ext cx="11531106" cy="7350108"/>
          </a:xfrm>
        </p:spPr>
      </p:pic>
    </p:spTree>
    <p:extLst>
      <p:ext uri="{BB962C8B-B14F-4D97-AF65-F5344CB8AC3E}">
        <p14:creationId xmlns:p14="http://schemas.microsoft.com/office/powerpoint/2010/main" val="119653298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AD27A9-6D02-900E-991D-0C91D01B91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817A5088-B7B7-023F-95FD-4C552279279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7360" y="189864"/>
            <a:ext cx="11116440" cy="7243481"/>
          </a:xfrm>
        </p:spPr>
      </p:pic>
    </p:spTree>
    <p:extLst>
      <p:ext uri="{BB962C8B-B14F-4D97-AF65-F5344CB8AC3E}">
        <p14:creationId xmlns:p14="http://schemas.microsoft.com/office/powerpoint/2010/main" val="208540845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2853</TotalTime>
  <Words>0</Words>
  <Application>Microsoft Office PowerPoint</Application>
  <PresentationFormat>Widescreen</PresentationFormat>
  <Paragraphs>0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Vega Rizky Candra Ramadany</dc:creator>
  <cp:lastModifiedBy>Vega Rizky Candra Ramadany</cp:lastModifiedBy>
  <cp:revision>1</cp:revision>
  <dcterms:created xsi:type="dcterms:W3CDTF">2025-09-23T02:40:45Z</dcterms:created>
  <dcterms:modified xsi:type="dcterms:W3CDTF">2025-09-25T02:14:38Z</dcterms:modified>
</cp:coreProperties>
</file>